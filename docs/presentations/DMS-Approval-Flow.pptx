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רישום, 2 הגשה, 3 הטריגר מזהה, 4 קריאת המטריצה, 5 מאשרי חובה, 6 מאשר סופי, 7 נעילה, 8 יומן ביקורת. דחייה בכל שלב מחזירה לבעבודה ונרשמת ביומן.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6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CF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 · פיילוט</a:t>
            </a:r>
            <a:endParaRPr lang="he-IL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אישור מסמך</a:t>
            </a:r>
            <a:endParaRPr lang="he-IL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E6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לניהול ושיתוף קבצים (DMS) - מהגשה לאישור ועד נעילה לקריאה בלבד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· Power Automate · Teams Approvals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זרימת התהליך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1301984" cy="1036015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90454" y="1188720"/>
            <a:ext cx="1130198" cy="103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3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בעל המסמך</a:t>
            </a:r>
            <a:endParaRPr lang="he-IL" sz="1300" dirty="0"/>
          </a:p>
          <a:p>
            <a:pPr algn="ctr" indent="0" marL="0">
              <a:buNone/>
            </a:pPr>
            <a:r>
              <a:rPr lang="he-IL" altLang="en-US" sz="10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 ומקבל תוצאה</a:t>
            </a:r>
            <a:endParaRPr lang="he-IL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224735"/>
            <a:ext cx="11301984" cy="1036015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90454" y="2224735"/>
            <a:ext cx="1130198" cy="103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3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</a:t>
            </a:r>
            <a:endParaRPr lang="he-IL" sz="1300" dirty="0"/>
          </a:p>
          <a:p>
            <a:pPr algn="ctr" indent="0" marL="0">
              <a:buNone/>
            </a:pPr>
            <a:r>
              <a:rPr lang="he-IL" altLang="en-US" sz="10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רשימות האתר</a:t>
            </a:r>
            <a:endParaRPr lang="he-IL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60750"/>
            <a:ext cx="11301984" cy="1036015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90454" y="3260750"/>
            <a:ext cx="1130198" cy="103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3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</a:t>
            </a:r>
            <a:endParaRPr lang="he-IL" sz="1300" dirty="0"/>
          </a:p>
          <a:p>
            <a:pPr algn="ctr" indent="0" marL="0">
              <a:buNone/>
            </a:pPr>
            <a:r>
              <a:rPr lang="he-IL" altLang="en-US" sz="10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DC-P1 Pilot Approval</a:t>
            </a:r>
            <a:endParaRPr lang="he-IL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296766"/>
            <a:ext cx="11301984" cy="1036015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90454" y="4296766"/>
            <a:ext cx="1130198" cy="103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3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מאשרי חובה</a:t>
            </a:r>
            <a:endParaRPr lang="he-IL" sz="1300" dirty="0"/>
          </a:p>
          <a:p>
            <a:pPr algn="ctr" indent="0" marL="0">
              <a:buNone/>
            </a:pPr>
            <a:r>
              <a:rPr lang="he-IL" altLang="en-US" sz="10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ומייל</a:t>
            </a:r>
            <a:endParaRPr lang="he-IL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5332781"/>
            <a:ext cx="11301984" cy="1130198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90454" y="5332781"/>
            <a:ext cx="1130198" cy="1130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3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 סופי</a:t>
            </a:r>
            <a:endParaRPr lang="he-IL" sz="1300" dirty="0"/>
          </a:p>
          <a:p>
            <a:pPr algn="ctr" indent="0" marL="0">
              <a:buNone/>
            </a:pPr>
            <a:r>
              <a:rPr lang="he-IL" altLang="en-US" sz="10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ומייל</a:t>
            </a:r>
            <a:endParaRPr lang="he-IL" sz="1300" dirty="0"/>
          </a:p>
        </p:txBody>
      </p:sp>
      <p:sp>
        <p:nvSpPr>
          <p:cNvPr id="13" name="Shape 11"/>
          <p:cNvSpPr/>
          <p:nvPr/>
        </p:nvSpPr>
        <p:spPr>
          <a:xfrm>
            <a:off x="10443362" y="1188720"/>
            <a:ext cx="0" cy="5274259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8955268" y="1706728"/>
            <a:ext cx="150693" cy="0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65515" y="1989277"/>
            <a:ext cx="0" cy="1789481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7825069" y="3778758"/>
            <a:ext cx="640446" cy="0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694871" y="3778758"/>
            <a:ext cx="150693" cy="0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5118" y="4061308"/>
            <a:ext cx="0" cy="753466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5564673" y="4814773"/>
            <a:ext cx="640446" cy="0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5097323"/>
            <a:ext cx="0" cy="753466"/>
          </a:xfrm>
          <a:prstGeom prst="line">
            <a:avLst/>
          </a:prstGeom>
          <a:noFill/>
          <a:ln w="22225">
            <a:solidFill>
              <a:srgbClr val="2F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4434474" y="5850788"/>
            <a:ext cx="640446" cy="0"/>
          </a:xfrm>
          <a:prstGeom prst="line">
            <a:avLst/>
          </a:prstGeom>
          <a:noFill/>
          <a:ln w="22225">
            <a:solidFill>
              <a:srgbClr val="2F7D3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2814523" y="5850788"/>
            <a:ext cx="640446" cy="0"/>
          </a:xfrm>
          <a:prstGeom prst="line">
            <a:avLst/>
          </a:prstGeom>
          <a:noFill/>
          <a:ln w="22225">
            <a:solidFill>
              <a:srgbClr val="2F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814523" y="4061308"/>
            <a:ext cx="0" cy="1789481"/>
          </a:xfrm>
          <a:prstGeom prst="line">
            <a:avLst/>
          </a:prstGeom>
          <a:noFill/>
          <a:ln w="22225">
            <a:solidFill>
              <a:srgbClr val="2F7D3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2814523" y="2742743"/>
            <a:ext cx="0" cy="753466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2174077" y="2742743"/>
            <a:ext cx="640446" cy="0"/>
          </a:xfrm>
          <a:prstGeom prst="line">
            <a:avLst/>
          </a:prstGeom>
          <a:noFill/>
          <a:ln w="22225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5074920" y="4061308"/>
            <a:ext cx="0" cy="470916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944722" y="3778758"/>
            <a:ext cx="0" cy="1789481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944722" y="3778758"/>
            <a:ext cx="640446" cy="0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5074920" y="2337755"/>
            <a:ext cx="0" cy="1158453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H="1">
            <a:off x="1684325" y="2337755"/>
            <a:ext cx="3390595" cy="0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684325" y="2337755"/>
            <a:ext cx="0" cy="122438"/>
          </a:xfrm>
          <a:prstGeom prst="line">
            <a:avLst/>
          </a:prstGeom>
          <a:noFill/>
          <a:ln w="2222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05118" y="3025292"/>
            <a:ext cx="0" cy="470916"/>
          </a:xfrm>
          <a:prstGeom prst="line">
            <a:avLst/>
          </a:prstGeom>
          <a:noFill/>
          <a:ln w="22225">
            <a:solidFill>
              <a:srgbClr val="5D6F7A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9595714" y="1989277"/>
            <a:ext cx="0" cy="470916"/>
          </a:xfrm>
          <a:prstGeom prst="line">
            <a:avLst/>
          </a:prstGeom>
          <a:noFill/>
          <a:ln w="22225">
            <a:solidFill>
              <a:srgbClr val="5D6F7A"/>
            </a:solidFill>
            <a:prstDash val="sysDot"/>
          </a:ln>
        </p:spPr>
      </p:sp>
      <p:sp>
        <p:nvSpPr>
          <p:cNvPr id="34" name="Text 32"/>
          <p:cNvSpPr txBox="1"/>
          <p:nvPr/>
        </p:nvSpPr>
        <p:spPr>
          <a:xfrm>
            <a:off x="4396801" y="5624749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2F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</a:t>
            </a:r>
            <a:endParaRPr lang="he-IL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739177" y="5624749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2F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</a:t>
            </a:r>
            <a:endParaRPr lang="he-IL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999573" y="4202582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נדחה</a:t>
            </a:r>
            <a:endParaRPr lang="he-IL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304276" y="4805355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נדחה</a:t>
            </a:r>
            <a:endParaRPr lang="he-IL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167445" y="3166567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</a:t>
            </a:r>
            <a:endParaRPr lang="he-IL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558040" y="2130552"/>
            <a:ext cx="753466" cy="16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רשומה</a:t>
            </a:r>
            <a:endParaRPr lang="he-IL" sz="1000" dirty="0"/>
          </a:p>
        </p:txBody>
      </p:sp>
      <p:sp>
        <p:nvSpPr>
          <p:cNvPr id="40" name="Shape 38"/>
          <p:cNvSpPr/>
          <p:nvPr/>
        </p:nvSpPr>
        <p:spPr>
          <a:xfrm>
            <a:off x="9105961" y="142417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0E6F73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05961" y="142417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המסמך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E6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סטטוס: בעבודה</a:t>
            </a:r>
            <a:endParaRPr lang="he-IL" sz="1100" dirty="0"/>
          </a:p>
        </p:txBody>
      </p:sp>
      <p:sp>
        <p:nvSpPr>
          <p:cNvPr id="42" name="Shape 40"/>
          <p:cNvSpPr/>
          <p:nvPr/>
        </p:nvSpPr>
        <p:spPr>
          <a:xfrm>
            <a:off x="9991283" y="1329995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91283" y="1329995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975763" y="142417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75763" y="142417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הגשה לאישור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הוגש לאישור</a:t>
            </a:r>
            <a:endParaRPr lang="he-IL" sz="1100" dirty="0"/>
          </a:p>
        </p:txBody>
      </p:sp>
      <p:sp>
        <p:nvSpPr>
          <p:cNvPr id="46" name="Shape 44"/>
          <p:cNvSpPr/>
          <p:nvPr/>
        </p:nvSpPr>
        <p:spPr>
          <a:xfrm>
            <a:off x="8861085" y="1329995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61085" y="1329995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05961" y="2460193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D9EEEE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05961" y="2460193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מרשם מסמכים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רשומת המסמך</a:t>
            </a:r>
            <a:endParaRPr lang="he-IL" sz="1100" dirty="0"/>
          </a:p>
        </p:txBody>
      </p:sp>
      <p:sp>
        <p:nvSpPr>
          <p:cNvPr id="50" name="Shape 48"/>
          <p:cNvSpPr/>
          <p:nvPr/>
        </p:nvSpPr>
        <p:spPr>
          <a:xfrm>
            <a:off x="5715366" y="2460193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D9EEEE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715366" y="2460193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מטריצת מאשרים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סוג מסמך</a:t>
            </a:r>
            <a:endParaRPr lang="he-IL" sz="1100" dirty="0"/>
          </a:p>
        </p:txBody>
      </p:sp>
      <p:sp>
        <p:nvSpPr>
          <p:cNvPr id="52" name="Shape 50"/>
          <p:cNvSpPr/>
          <p:nvPr/>
        </p:nvSpPr>
        <p:spPr>
          <a:xfrm>
            <a:off x="1194572" y="2460193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D9EEEE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94572" y="2460193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יומן ביקורת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 / נדחה</a:t>
            </a:r>
            <a:endParaRPr lang="he-IL" sz="1100" dirty="0"/>
          </a:p>
        </p:txBody>
      </p:sp>
      <p:sp>
        <p:nvSpPr>
          <p:cNvPr id="54" name="Shape 52"/>
          <p:cNvSpPr/>
          <p:nvPr/>
        </p:nvSpPr>
        <p:spPr>
          <a:xfrm>
            <a:off x="2079894" y="2366010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79894" y="2366010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45564" y="349620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45564" y="349620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ההגשה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כל דקה</a:t>
            </a:r>
            <a:endParaRPr lang="he-IL" sz="1100" dirty="0"/>
          </a:p>
        </p:txBody>
      </p:sp>
      <p:sp>
        <p:nvSpPr>
          <p:cNvPr id="58" name="Shape 56"/>
          <p:cNvSpPr/>
          <p:nvPr/>
        </p:nvSpPr>
        <p:spPr>
          <a:xfrm>
            <a:off x="7730886" y="3402025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30886" y="3402025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15366" y="349620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15366" y="349620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הכלל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מאשר</a:t>
            </a:r>
            <a:endParaRPr lang="he-IL" sz="1100" dirty="0"/>
          </a:p>
        </p:txBody>
      </p:sp>
      <p:sp>
        <p:nvSpPr>
          <p:cNvPr id="62" name="Shape 60"/>
          <p:cNvSpPr/>
          <p:nvPr/>
        </p:nvSpPr>
        <p:spPr>
          <a:xfrm>
            <a:off x="6600688" y="3402025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600688" y="3402025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85167" y="349620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BE4E2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85167" y="349620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לעבודה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סטטוס: בעבודה</a:t>
            </a:r>
            <a:endParaRPr lang="he-IL" sz="1100" dirty="0"/>
          </a:p>
        </p:txBody>
      </p:sp>
      <p:sp>
        <p:nvSpPr>
          <p:cNvPr id="66" name="Shape 64"/>
          <p:cNvSpPr/>
          <p:nvPr/>
        </p:nvSpPr>
        <p:spPr>
          <a:xfrm>
            <a:off x="2324771" y="3496208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324771" y="3496208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נעילת המסמך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מאושר - קריאה בלבד</a:t>
            </a:r>
            <a:endParaRPr lang="he-IL" sz="1100" dirty="0"/>
          </a:p>
        </p:txBody>
      </p:sp>
      <p:sp>
        <p:nvSpPr>
          <p:cNvPr id="68" name="Shape 66"/>
          <p:cNvSpPr/>
          <p:nvPr/>
        </p:nvSpPr>
        <p:spPr>
          <a:xfrm>
            <a:off x="3210093" y="3402025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210093" y="3402025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85167" y="4532224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85167" y="4532224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שלב 1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חייבים לאשר</a:t>
            </a:r>
            <a:endParaRPr lang="he-IL" sz="1100" dirty="0"/>
          </a:p>
        </p:txBody>
      </p:sp>
      <p:sp>
        <p:nvSpPr>
          <p:cNvPr id="72" name="Shape 70"/>
          <p:cNvSpPr/>
          <p:nvPr/>
        </p:nvSpPr>
        <p:spPr>
          <a:xfrm>
            <a:off x="5470489" y="4438040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70489" y="4438040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454969" y="5568239"/>
            <a:ext cx="979505" cy="565099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 w="19050">
            <a:solidFill>
              <a:srgbClr val="0E6F7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454969" y="5568239"/>
            <a:ext cx="979505" cy="56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סופי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הראשון שמגיב</a:t>
            </a:r>
            <a:endParaRPr lang="he-IL" sz="1100" dirty="0"/>
          </a:p>
        </p:txBody>
      </p:sp>
      <p:sp>
        <p:nvSpPr>
          <p:cNvPr id="76" name="Shape 74"/>
          <p:cNvSpPr/>
          <p:nvPr/>
        </p:nvSpPr>
        <p:spPr>
          <a:xfrm>
            <a:off x="4340291" y="5474056"/>
            <a:ext cx="188366" cy="188366"/>
          </a:xfrm>
          <a:prstGeom prst="ellipse">
            <a:avLst/>
          </a:prstGeom>
          <a:solidFill>
            <a:srgbClr val="0E6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340291" y="5474056"/>
            <a:ext cx="18836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</a:t>
            </a:r>
            <a:endParaRPr lang="he-IL" sz="3600" dirty="0"/>
          </a:p>
        </p:txBody>
      </p:sp>
      <p:sp>
        <p:nvSpPr>
          <p:cNvPr id="3" name="Shape 1"/>
          <p:cNvSpPr/>
          <p:nvPr/>
        </p:nvSpPr>
        <p:spPr>
          <a:xfrm>
            <a:off x="8001000" y="164592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52760" y="1920240"/>
            <a:ext cx="548640" cy="548640"/>
          </a:xfrm>
          <a:prstGeom prst="ellipse">
            <a:avLst/>
          </a:prstGeom>
          <a:solidFill>
            <a:srgbClr val="0E6F73"/>
          </a:solidFill>
          <a:ln w="12700">
            <a:solidFill>
              <a:srgbClr val="0E6F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מאשר</a:t>
            </a:r>
            <a:endParaRPr lang="he-IL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3291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מטריצת המאשרים קובעת לכל סוג מסמך את מאשרי החובה ואת המאשר הסופי. שינוי שם במטריצה חל מההגשה הבאה, בלי לגעת בתהליך.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03720" y="1920240"/>
            <a:ext cx="548640" cy="548640"/>
          </a:xfrm>
          <a:prstGeom prst="ellipse">
            <a:avLst/>
          </a:prstGeom>
          <a:solidFill>
            <a:srgbClr val="0E6F73"/>
          </a:solidFill>
          <a:ln w="12700">
            <a:solidFill>
              <a:srgbClr val="0E6F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מאשרים</a:t>
            </a:r>
            <a:endParaRPr lang="he-IL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91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ב-Teams (Approvals) ובמייל, עם קישור לרשומת המסמך. דחייה אחת מחזירה את המסמך לבעלים.</a:t>
            </a:r>
            <a:endParaRPr lang="he-IL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920240"/>
            <a:ext cx="548640" cy="548640"/>
          </a:xfrm>
          <a:prstGeom prst="ellipse">
            <a:avLst/>
          </a:prstGeom>
          <a:solidFill>
            <a:srgbClr val="0E6F73"/>
          </a:solidFill>
          <a:ln w="12700">
            <a:solidFill>
              <a:srgbClr val="0E6F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נשמר</a:t>
            </a:r>
            <a:endParaRPr lang="he-IL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91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D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החלטה נרשמת ביומן הביקורת עם זמן, מבצע ופרטי התגובות. הקובץ עצמו נשאר בשרת הקבצים ואינו עובר דרך Power Automate.</a:t>
            </a:r>
            <a:endParaRPr lang="he-IL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DMS approval flow</dc:title>
  <dc:subject>PptxGenJS Presentation</dc:subject>
  <dc:creator>PptxGenJS</dc:creator>
  <cp:lastModifiedBy>PptxGenJS</cp:lastModifiedBy>
  <cp:revision>1</cp:revision>
  <dcterms:created xsi:type="dcterms:W3CDTF">2026-09-29T08:49:19Z</dcterms:created>
  <dcterms:modified xsi:type="dcterms:W3CDTF">2026-09-29T08:49:19Z</dcterms:modified>
</cp:coreProperties>
</file>